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6" roundtripDataSignature="AMtx7mjlJrW7STu/K4k2uW6YV3YsHiLq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3172542e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3172542e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slide" Target="/ppt/slides/slide7.xml"/><Relationship Id="rId10" Type="http://schemas.openxmlformats.org/officeDocument/2006/relationships/slide" Target="/ppt/slides/slide8.xml"/><Relationship Id="rId13" Type="http://schemas.openxmlformats.org/officeDocument/2006/relationships/slide" Target="/ppt/slides/slide4.xml"/><Relationship Id="rId12" Type="http://schemas.openxmlformats.org/officeDocument/2006/relationships/slide" Target="/ppt/slides/slide6.xm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slide" Target="/ppt/slides/slide10.xml"/><Relationship Id="rId9" Type="http://schemas.openxmlformats.org/officeDocument/2006/relationships/image" Target="../media/image11.png"/><Relationship Id="rId14" Type="http://schemas.openxmlformats.org/officeDocument/2006/relationships/slide" Target="/ppt/slides/slide5.xml"/><Relationship Id="rId5" Type="http://schemas.openxmlformats.org/officeDocument/2006/relationships/image" Target="../media/image8.png"/><Relationship Id="rId6" Type="http://schemas.openxmlformats.org/officeDocument/2006/relationships/slide" Target="/ppt/slides/slide2.xml"/><Relationship Id="rId7" Type="http://schemas.openxmlformats.org/officeDocument/2006/relationships/slide" Target="/ppt/slides/slide3.xml"/><Relationship Id="rId8" Type="http://schemas.openxmlformats.org/officeDocument/2006/relationships/slide" Target="/ppt/slides/slide9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g3a3172542e1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58500" y="-119425"/>
            <a:ext cx="18932125" cy="1067715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g3a3172542e1_0_0">
            <a:hlinkClick action="ppaction://hlinksldjump" r:id="rId4"/>
          </p:cNvPr>
          <p:cNvSpPr/>
          <p:nvPr/>
        </p:nvSpPr>
        <p:spPr>
          <a:xfrm>
            <a:off x="2943125" y="618150"/>
            <a:ext cx="3907072" cy="2810843"/>
          </a:xfrm>
          <a:custGeom>
            <a:rect b="b" l="l" r="r" t="t"/>
            <a:pathLst>
              <a:path extrusionOk="0" h="2810843" w="2810843">
                <a:moveTo>
                  <a:pt x="0" y="0"/>
                </a:moveTo>
                <a:lnTo>
                  <a:pt x="2810843" y="0"/>
                </a:lnTo>
                <a:lnTo>
                  <a:pt x="2810843" y="2810843"/>
                </a:lnTo>
                <a:lnTo>
                  <a:pt x="0" y="28108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g3a3172542e1_0_0">
            <a:hlinkClick action="ppaction://hlinksldjump" r:id="rId6"/>
          </p:cNvPr>
          <p:cNvSpPr/>
          <p:nvPr/>
        </p:nvSpPr>
        <p:spPr>
          <a:xfrm>
            <a:off x="6730238" y="313625"/>
            <a:ext cx="4354643" cy="2747059"/>
          </a:xfrm>
          <a:custGeom>
            <a:rect b="b" l="l" r="r" t="t"/>
            <a:pathLst>
              <a:path extrusionOk="0" h="2463730" w="2463730">
                <a:moveTo>
                  <a:pt x="0" y="0"/>
                </a:moveTo>
                <a:lnTo>
                  <a:pt x="2463730" y="0"/>
                </a:lnTo>
                <a:lnTo>
                  <a:pt x="2463730" y="2463730"/>
                </a:lnTo>
                <a:lnTo>
                  <a:pt x="0" y="24637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g3a3172542e1_0_0">
            <a:hlinkClick action="ppaction://hlinksldjump" r:id="rId7"/>
          </p:cNvPr>
          <p:cNvSpPr/>
          <p:nvPr/>
        </p:nvSpPr>
        <p:spPr>
          <a:xfrm>
            <a:off x="12540150" y="1214025"/>
            <a:ext cx="5649039" cy="3070498"/>
          </a:xfrm>
          <a:custGeom>
            <a:rect b="b" l="l" r="r" t="t"/>
            <a:pathLst>
              <a:path extrusionOk="0" h="3392816" w="3392816">
                <a:moveTo>
                  <a:pt x="0" y="0"/>
                </a:moveTo>
                <a:lnTo>
                  <a:pt x="3392816" y="0"/>
                </a:lnTo>
                <a:lnTo>
                  <a:pt x="3392816" y="3392816"/>
                </a:lnTo>
                <a:lnTo>
                  <a:pt x="0" y="33928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" name="Google Shape;88;g3a3172542e1_0_0">
            <a:hlinkClick action="ppaction://hlinksldjump" r:id="rId8"/>
          </p:cNvPr>
          <p:cNvSpPr/>
          <p:nvPr/>
        </p:nvSpPr>
        <p:spPr>
          <a:xfrm>
            <a:off x="0" y="2472668"/>
            <a:ext cx="3392816" cy="3392816"/>
          </a:xfrm>
          <a:custGeom>
            <a:rect b="b" l="l" r="r" t="t"/>
            <a:pathLst>
              <a:path extrusionOk="0" h="3392816" w="3392816">
                <a:moveTo>
                  <a:pt x="0" y="0"/>
                </a:moveTo>
                <a:lnTo>
                  <a:pt x="3392816" y="0"/>
                </a:lnTo>
                <a:lnTo>
                  <a:pt x="3392816" y="3392816"/>
                </a:lnTo>
                <a:lnTo>
                  <a:pt x="0" y="33928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 amt="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" name="Google Shape;89;g3a3172542e1_0_0">
            <a:hlinkClick action="ppaction://hlinksldjump" r:id="rId10"/>
          </p:cNvPr>
          <p:cNvSpPr/>
          <p:nvPr/>
        </p:nvSpPr>
        <p:spPr>
          <a:xfrm>
            <a:off x="3109048" y="3493613"/>
            <a:ext cx="4098154" cy="3451077"/>
          </a:xfrm>
          <a:custGeom>
            <a:rect b="b" l="l" r="r" t="t"/>
            <a:pathLst>
              <a:path extrusionOk="0" h="3451077" w="3451077">
                <a:moveTo>
                  <a:pt x="0" y="0"/>
                </a:moveTo>
                <a:lnTo>
                  <a:pt x="3451077" y="0"/>
                </a:lnTo>
                <a:lnTo>
                  <a:pt x="3451077" y="3451076"/>
                </a:lnTo>
                <a:lnTo>
                  <a:pt x="0" y="34510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" name="Google Shape;90;g3a3172542e1_0_0">
            <a:hlinkClick action="ppaction://hlinksldjump" r:id="rId11"/>
          </p:cNvPr>
          <p:cNvSpPr/>
          <p:nvPr/>
        </p:nvSpPr>
        <p:spPr>
          <a:xfrm>
            <a:off x="496825" y="6894200"/>
            <a:ext cx="4978705" cy="3391155"/>
          </a:xfrm>
          <a:custGeom>
            <a:rect b="b" l="l" r="r" t="t"/>
            <a:pathLst>
              <a:path extrusionOk="0" h="3757513" w="3757513">
                <a:moveTo>
                  <a:pt x="0" y="0"/>
                </a:moveTo>
                <a:lnTo>
                  <a:pt x="3757513" y="0"/>
                </a:lnTo>
                <a:lnTo>
                  <a:pt x="3757513" y="3757513"/>
                </a:lnTo>
                <a:lnTo>
                  <a:pt x="0" y="37575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g3a3172542e1_0_0">
            <a:hlinkClick action="ppaction://hlinksldjump" r:id="rId12"/>
          </p:cNvPr>
          <p:cNvSpPr/>
          <p:nvPr/>
        </p:nvSpPr>
        <p:spPr>
          <a:xfrm>
            <a:off x="5807600" y="5500175"/>
            <a:ext cx="5328959" cy="4391760"/>
          </a:xfrm>
          <a:custGeom>
            <a:rect b="b" l="l" r="r" t="t"/>
            <a:pathLst>
              <a:path extrusionOk="0" h="4359067" w="4359067">
                <a:moveTo>
                  <a:pt x="0" y="0"/>
                </a:moveTo>
                <a:lnTo>
                  <a:pt x="4359067" y="0"/>
                </a:lnTo>
                <a:lnTo>
                  <a:pt x="4359067" y="4359067"/>
                </a:lnTo>
                <a:lnTo>
                  <a:pt x="0" y="43590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 amt="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g3a3172542e1_0_0">
            <a:hlinkClick action="ppaction://hlinksldjump" r:id="rId13"/>
          </p:cNvPr>
          <p:cNvSpPr/>
          <p:nvPr/>
        </p:nvSpPr>
        <p:spPr>
          <a:xfrm>
            <a:off x="9926575" y="2747725"/>
            <a:ext cx="5205486" cy="3203376"/>
          </a:xfrm>
          <a:custGeom>
            <a:rect b="b" l="l" r="r" t="t"/>
            <a:pathLst>
              <a:path extrusionOk="0" h="3203376" w="3203376">
                <a:moveTo>
                  <a:pt x="0" y="0"/>
                </a:moveTo>
                <a:lnTo>
                  <a:pt x="3203376" y="0"/>
                </a:lnTo>
                <a:lnTo>
                  <a:pt x="3203376" y="3203376"/>
                </a:lnTo>
                <a:lnTo>
                  <a:pt x="0" y="32033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" name="Google Shape;93;g3a3172542e1_0_0">
            <a:hlinkClick action="ppaction://hlinksldjump" r:id="rId14"/>
          </p:cNvPr>
          <p:cNvSpPr/>
          <p:nvPr/>
        </p:nvSpPr>
        <p:spPr>
          <a:xfrm>
            <a:off x="12121950" y="5999638"/>
            <a:ext cx="4978957" cy="3392816"/>
          </a:xfrm>
          <a:custGeom>
            <a:rect b="b" l="l" r="r" t="t"/>
            <a:pathLst>
              <a:path extrusionOk="0" h="3392816" w="3392816">
                <a:moveTo>
                  <a:pt x="0" y="0"/>
                </a:moveTo>
                <a:lnTo>
                  <a:pt x="3392816" y="0"/>
                </a:lnTo>
                <a:lnTo>
                  <a:pt x="3392816" y="3392816"/>
                </a:lnTo>
                <a:lnTo>
                  <a:pt x="0" y="33928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 amt="0"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>
            <a:off x="0" y="0"/>
            <a:ext cx="18227444" cy="10321290"/>
          </a:xfrm>
          <a:custGeom>
            <a:rect b="b" l="l" r="r" t="t"/>
            <a:pathLst>
              <a:path extrusionOk="0" h="10321290" w="18227444">
                <a:moveTo>
                  <a:pt x="0" y="0"/>
                </a:moveTo>
                <a:lnTo>
                  <a:pt x="18227444" y="0"/>
                </a:lnTo>
                <a:lnTo>
                  <a:pt x="18227444" y="10321290"/>
                </a:lnTo>
                <a:lnTo>
                  <a:pt x="0" y="103212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"/>
          <p:cNvSpPr/>
          <p:nvPr/>
        </p:nvSpPr>
        <p:spPr>
          <a:xfrm>
            <a:off x="0" y="0"/>
            <a:ext cx="18526326" cy="10287000"/>
          </a:xfrm>
          <a:custGeom>
            <a:rect b="b" l="l" r="r" t="t"/>
            <a:pathLst>
              <a:path extrusionOk="0" h="10287000" w="18526326">
                <a:moveTo>
                  <a:pt x="0" y="0"/>
                </a:moveTo>
                <a:lnTo>
                  <a:pt x="18526326" y="0"/>
                </a:lnTo>
                <a:lnTo>
                  <a:pt x="1852632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311" l="0" r="-3279" t="-2312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